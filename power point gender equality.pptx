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9" r:id="rId2"/>
    <p:sldId id="260" r:id="rId3"/>
    <p:sldId id="261"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91" d="100"/>
          <a:sy n="91" d="100"/>
        </p:scale>
        <p:origin x="53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9825EB5-A903-44C4-874B-635D8BC4140D}" type="datetimeFigureOut">
              <a:rPr lang="en-IN" smtClean="0"/>
              <a:t>27-11-2025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0E0256-2D02-4924-9274-B21A37437FD3}" type="slidenum">
              <a:rPr lang="en-IN" smtClean="0"/>
              <a:t>‹#›</a:t>
            </a:fld>
            <a:endParaRPr lang="en-IN"/>
          </a:p>
        </p:txBody>
      </p:sp>
    </p:spTree>
    <p:extLst>
      <p:ext uri="{BB962C8B-B14F-4D97-AF65-F5344CB8AC3E}">
        <p14:creationId xmlns:p14="http://schemas.microsoft.com/office/powerpoint/2010/main" val="1834663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9825EB5-A903-44C4-874B-635D8BC4140D}" type="datetimeFigureOut">
              <a:rPr lang="en-IN" smtClean="0"/>
              <a:t>27-11-2025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0E0256-2D02-4924-9274-B21A37437FD3}" type="slidenum">
              <a:rPr lang="en-IN" smtClean="0"/>
              <a:t>‹#›</a:t>
            </a:fld>
            <a:endParaRPr lang="en-IN"/>
          </a:p>
        </p:txBody>
      </p:sp>
    </p:spTree>
    <p:extLst>
      <p:ext uri="{BB962C8B-B14F-4D97-AF65-F5344CB8AC3E}">
        <p14:creationId xmlns:p14="http://schemas.microsoft.com/office/powerpoint/2010/main" val="42206444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9825EB5-A903-44C4-874B-635D8BC4140D}" type="datetimeFigureOut">
              <a:rPr lang="en-IN" smtClean="0"/>
              <a:t>27-11-2025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0E0256-2D02-4924-9274-B21A37437FD3}" type="slidenum">
              <a:rPr lang="en-IN" smtClean="0"/>
              <a:t>‹#›</a:t>
            </a:fld>
            <a:endParaRPr lang="en-IN"/>
          </a:p>
        </p:txBody>
      </p:sp>
    </p:spTree>
    <p:extLst>
      <p:ext uri="{BB962C8B-B14F-4D97-AF65-F5344CB8AC3E}">
        <p14:creationId xmlns:p14="http://schemas.microsoft.com/office/powerpoint/2010/main" val="31702341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9825EB5-A903-44C4-874B-635D8BC4140D}" type="datetimeFigureOut">
              <a:rPr lang="en-IN" smtClean="0"/>
              <a:t>27-11-2025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0E0256-2D02-4924-9274-B21A37437FD3}" type="slidenum">
              <a:rPr lang="en-IN" smtClean="0"/>
              <a:t>‹#›</a:t>
            </a:fld>
            <a:endParaRPr lang="en-IN"/>
          </a:p>
        </p:txBody>
      </p:sp>
    </p:spTree>
    <p:extLst>
      <p:ext uri="{BB962C8B-B14F-4D97-AF65-F5344CB8AC3E}">
        <p14:creationId xmlns:p14="http://schemas.microsoft.com/office/powerpoint/2010/main" val="25801859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9825EB5-A903-44C4-874B-635D8BC4140D}" type="datetimeFigureOut">
              <a:rPr lang="en-IN" smtClean="0"/>
              <a:t>27-11-2025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F0E0256-2D02-4924-9274-B21A37437FD3}" type="slidenum">
              <a:rPr lang="en-IN" smtClean="0"/>
              <a:t>‹#›</a:t>
            </a:fld>
            <a:endParaRPr lang="en-IN"/>
          </a:p>
        </p:txBody>
      </p:sp>
    </p:spTree>
    <p:extLst>
      <p:ext uri="{BB962C8B-B14F-4D97-AF65-F5344CB8AC3E}">
        <p14:creationId xmlns:p14="http://schemas.microsoft.com/office/powerpoint/2010/main" val="1140317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9825EB5-A903-44C4-874B-635D8BC4140D}" type="datetimeFigureOut">
              <a:rPr lang="en-IN" smtClean="0"/>
              <a:t>27-11-2025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F0E0256-2D02-4924-9274-B21A37437FD3}" type="slidenum">
              <a:rPr lang="en-IN" smtClean="0"/>
              <a:t>‹#›</a:t>
            </a:fld>
            <a:endParaRPr lang="en-IN"/>
          </a:p>
        </p:txBody>
      </p:sp>
    </p:spTree>
    <p:extLst>
      <p:ext uri="{BB962C8B-B14F-4D97-AF65-F5344CB8AC3E}">
        <p14:creationId xmlns:p14="http://schemas.microsoft.com/office/powerpoint/2010/main" val="4051143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825EB5-A903-44C4-874B-635D8BC4140D}" type="datetimeFigureOut">
              <a:rPr lang="en-IN" smtClean="0"/>
              <a:t>27-11-2025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F0E0256-2D02-4924-9274-B21A37437FD3}" type="slidenum">
              <a:rPr lang="en-IN" smtClean="0"/>
              <a:t>‹#›</a:t>
            </a:fld>
            <a:endParaRPr lang="en-IN"/>
          </a:p>
        </p:txBody>
      </p:sp>
    </p:spTree>
    <p:extLst>
      <p:ext uri="{BB962C8B-B14F-4D97-AF65-F5344CB8AC3E}">
        <p14:creationId xmlns:p14="http://schemas.microsoft.com/office/powerpoint/2010/main" val="4128990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89825EB5-A903-44C4-874B-635D8BC4140D}" type="datetimeFigureOut">
              <a:rPr lang="en-IN" smtClean="0"/>
              <a:t>27-11-2025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0E0256-2D02-4924-9274-B21A37437FD3}" type="slidenum">
              <a:rPr lang="en-IN" smtClean="0"/>
              <a:t>‹#›</a:t>
            </a:fld>
            <a:endParaRPr lang="en-IN"/>
          </a:p>
        </p:txBody>
      </p:sp>
    </p:spTree>
    <p:extLst>
      <p:ext uri="{BB962C8B-B14F-4D97-AF65-F5344CB8AC3E}">
        <p14:creationId xmlns:p14="http://schemas.microsoft.com/office/powerpoint/2010/main" val="42073472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89825EB5-A903-44C4-874B-635D8BC4140D}" type="datetimeFigureOut">
              <a:rPr lang="en-IN" smtClean="0"/>
              <a:t>27-11-2025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0E0256-2D02-4924-9274-B21A37437FD3}" type="slidenum">
              <a:rPr lang="en-IN" smtClean="0"/>
              <a:t>‹#›</a:t>
            </a:fld>
            <a:endParaRPr lang="en-IN"/>
          </a:p>
        </p:txBody>
      </p:sp>
    </p:spTree>
    <p:extLst>
      <p:ext uri="{BB962C8B-B14F-4D97-AF65-F5344CB8AC3E}">
        <p14:creationId xmlns:p14="http://schemas.microsoft.com/office/powerpoint/2010/main" val="2720872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9825EB5-A903-44C4-874B-635D8BC4140D}" type="datetimeFigureOut">
              <a:rPr lang="en-IN" smtClean="0"/>
              <a:t>27-11-2025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0E0256-2D02-4924-9274-B21A37437FD3}" type="slidenum">
              <a:rPr lang="en-IN" smtClean="0"/>
              <a:t>‹#›</a:t>
            </a:fld>
            <a:endParaRPr lang="en-IN"/>
          </a:p>
        </p:txBody>
      </p:sp>
    </p:spTree>
    <p:extLst>
      <p:ext uri="{BB962C8B-B14F-4D97-AF65-F5344CB8AC3E}">
        <p14:creationId xmlns:p14="http://schemas.microsoft.com/office/powerpoint/2010/main" val="359214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9825EB5-A903-44C4-874B-635D8BC4140D}" type="datetimeFigureOut">
              <a:rPr lang="en-IN" smtClean="0"/>
              <a:t>27-11-2025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0E0256-2D02-4924-9274-B21A37437FD3}" type="slidenum">
              <a:rPr lang="en-IN" smtClean="0"/>
              <a:t>‹#›</a:t>
            </a:fld>
            <a:endParaRPr lang="en-IN"/>
          </a:p>
        </p:txBody>
      </p:sp>
    </p:spTree>
    <p:extLst>
      <p:ext uri="{BB962C8B-B14F-4D97-AF65-F5344CB8AC3E}">
        <p14:creationId xmlns:p14="http://schemas.microsoft.com/office/powerpoint/2010/main" val="409840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9825EB5-A903-44C4-874B-635D8BC4140D}" type="datetimeFigureOut">
              <a:rPr lang="en-IN" smtClean="0"/>
              <a:t>27-11-2025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0E0256-2D02-4924-9274-B21A37437FD3}" type="slidenum">
              <a:rPr lang="en-IN" smtClean="0"/>
              <a:t>‹#›</a:t>
            </a:fld>
            <a:endParaRPr lang="en-IN"/>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494604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9825EB5-A903-44C4-874B-635D8BC4140D}" type="datetimeFigureOut">
              <a:rPr lang="en-IN" smtClean="0"/>
              <a:t>27-11-2025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0E0256-2D02-4924-9274-B21A37437FD3}" type="slidenum">
              <a:rPr lang="en-IN" smtClean="0"/>
              <a:t>‹#›</a:t>
            </a:fld>
            <a:endParaRPr lang="en-IN"/>
          </a:p>
        </p:txBody>
      </p:sp>
    </p:spTree>
    <p:extLst>
      <p:ext uri="{BB962C8B-B14F-4D97-AF65-F5344CB8AC3E}">
        <p14:creationId xmlns:p14="http://schemas.microsoft.com/office/powerpoint/2010/main" val="24245333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89825EB5-A903-44C4-874B-635D8BC4140D}" type="datetimeFigureOut">
              <a:rPr lang="en-IN" smtClean="0"/>
              <a:t>27-11-2025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F0E0256-2D02-4924-9274-B21A37437FD3}" type="slidenum">
              <a:rPr lang="en-IN" smtClean="0"/>
              <a:t>‹#›</a:t>
            </a:fld>
            <a:endParaRPr lang="en-IN"/>
          </a:p>
        </p:txBody>
      </p:sp>
    </p:spTree>
    <p:extLst>
      <p:ext uri="{BB962C8B-B14F-4D97-AF65-F5344CB8AC3E}">
        <p14:creationId xmlns:p14="http://schemas.microsoft.com/office/powerpoint/2010/main" val="27471451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89825EB5-A903-44C4-874B-635D8BC4140D}" type="datetimeFigureOut">
              <a:rPr lang="en-IN" smtClean="0"/>
              <a:t>27-11-2025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F0E0256-2D02-4924-9274-B21A37437FD3}" type="slidenum">
              <a:rPr lang="en-IN" smtClean="0"/>
              <a:t>‹#›</a:t>
            </a:fld>
            <a:endParaRPr lang="en-IN"/>
          </a:p>
        </p:txBody>
      </p:sp>
    </p:spTree>
    <p:extLst>
      <p:ext uri="{BB962C8B-B14F-4D97-AF65-F5344CB8AC3E}">
        <p14:creationId xmlns:p14="http://schemas.microsoft.com/office/powerpoint/2010/main" val="37426917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9825EB5-A903-44C4-874B-635D8BC4140D}" type="datetimeFigureOut">
              <a:rPr lang="en-IN" smtClean="0"/>
              <a:t>27-11-2025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0E0256-2D02-4924-9274-B21A37437FD3}" type="slidenum">
              <a:rPr lang="en-IN" smtClean="0"/>
              <a:t>‹#›</a:t>
            </a:fld>
            <a:endParaRPr lang="en-IN"/>
          </a:p>
        </p:txBody>
      </p:sp>
    </p:spTree>
    <p:extLst>
      <p:ext uri="{BB962C8B-B14F-4D97-AF65-F5344CB8AC3E}">
        <p14:creationId xmlns:p14="http://schemas.microsoft.com/office/powerpoint/2010/main" val="866805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9825EB5-A903-44C4-874B-635D8BC4140D}" type="datetimeFigureOut">
              <a:rPr lang="en-IN" smtClean="0"/>
              <a:t>27-11-2025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0E0256-2D02-4924-9274-B21A37437FD3}" type="slidenum">
              <a:rPr lang="en-IN" smtClean="0"/>
              <a:t>‹#›</a:t>
            </a:fld>
            <a:endParaRPr lang="en-IN"/>
          </a:p>
        </p:txBody>
      </p:sp>
    </p:spTree>
    <p:extLst>
      <p:ext uri="{BB962C8B-B14F-4D97-AF65-F5344CB8AC3E}">
        <p14:creationId xmlns:p14="http://schemas.microsoft.com/office/powerpoint/2010/main" val="3039049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89825EB5-A903-44C4-874B-635D8BC4140D}" type="datetimeFigureOut">
              <a:rPr lang="en-IN" smtClean="0"/>
              <a:t>27-11-2025</a:t>
            </a:fld>
            <a:endParaRPr lang="en-IN"/>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BF0E0256-2D02-4924-9274-B21A37437FD3}" type="slidenum">
              <a:rPr lang="en-IN" smtClean="0"/>
              <a:t>‹#›</a:t>
            </a:fld>
            <a:endParaRPr lang="en-IN"/>
          </a:p>
        </p:txBody>
      </p:sp>
    </p:spTree>
    <p:extLst>
      <p:ext uri="{BB962C8B-B14F-4D97-AF65-F5344CB8AC3E}">
        <p14:creationId xmlns:p14="http://schemas.microsoft.com/office/powerpoint/2010/main" val="3941117662"/>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12884" y="713254"/>
            <a:ext cx="8008882" cy="5339254"/>
          </a:xfrm>
          <a:prstGeom prst="rect">
            <a:avLst/>
          </a:prstGeom>
        </p:spPr>
      </p:pic>
    </p:spTree>
    <p:extLst>
      <p:ext uri="{BB962C8B-B14F-4D97-AF65-F5344CB8AC3E}">
        <p14:creationId xmlns:p14="http://schemas.microsoft.com/office/powerpoint/2010/main" val="42224802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5120" y="357675"/>
            <a:ext cx="5934948" cy="1712863"/>
          </a:xfrm>
        </p:spPr>
        <p:txBody>
          <a:bodyPr/>
          <a:lstStyle/>
          <a:p>
            <a:r>
              <a:rPr lang="en-US" sz="3600" dirty="0" smtClean="0">
                <a:latin typeface="Arial Black" panose="020B0A04020102020204" pitchFamily="34" charset="0"/>
              </a:rPr>
              <a:t>WHAT IS GENDER EQUALITY</a:t>
            </a:r>
            <a:r>
              <a:rPr lang="en-US" sz="4800" dirty="0" smtClean="0">
                <a:latin typeface="Arial Black" panose="020B0A04020102020204" pitchFamily="34" charset="0"/>
              </a:rPr>
              <a:t>?</a:t>
            </a:r>
            <a:endParaRPr lang="en-IN" sz="4800" dirty="0">
              <a:latin typeface="Arial Black" panose="020B0A04020102020204" pitchFamily="34" charset="0"/>
            </a:endParaRPr>
          </a:p>
        </p:txBody>
      </p:sp>
      <p:pic>
        <p:nvPicPr>
          <p:cNvPr id="5" name="Picture Placeholder 4"/>
          <p:cNvPicPr>
            <a:picLocks noGrp="1" noChangeAspect="1"/>
          </p:cNvPicPr>
          <p:nvPr>
            <p:ph type="pic" idx="1"/>
          </p:nvPr>
        </p:nvPicPr>
        <p:blipFill>
          <a:blip r:embed="rId2">
            <a:extLst>
              <a:ext uri="{28A0092B-C50C-407E-A947-70E740481C1C}">
                <a14:useLocalDpi xmlns:a14="http://schemas.microsoft.com/office/drawing/2010/main" val="0"/>
              </a:ext>
            </a:extLst>
          </a:blip>
          <a:srcRect l="16656" r="16656"/>
          <a:stretch>
            <a:fillRect/>
          </a:stretch>
        </p:blipFill>
        <p:spPr>
          <a:xfrm>
            <a:off x="6968360" y="658599"/>
            <a:ext cx="4466896" cy="5240878"/>
          </a:xfrm>
        </p:spPr>
      </p:pic>
      <p:sp>
        <p:nvSpPr>
          <p:cNvPr id="4" name="Text Placeholder 3"/>
          <p:cNvSpPr>
            <a:spLocks noGrp="1"/>
          </p:cNvSpPr>
          <p:nvPr>
            <p:ph type="body" sz="half" idx="2"/>
          </p:nvPr>
        </p:nvSpPr>
        <p:spPr>
          <a:xfrm>
            <a:off x="566952" y="2523343"/>
            <a:ext cx="5934949" cy="3376134"/>
          </a:xfrm>
        </p:spPr>
        <p:txBody>
          <a:bodyPr/>
          <a:lstStyle/>
          <a:p>
            <a:r>
              <a:rPr lang="en-US" dirty="0">
                <a:effectLst/>
              </a:rPr>
              <a:t>Gender equality is, first and foremost, a human right. It implies that women, men, boys and girls of all classes and races participate as equals and have equal value. They enjoy equal access to resources, freedoms and opportunities to exercise control.</a:t>
            </a:r>
          </a:p>
          <a:p>
            <a:endParaRPr lang="en-US" dirty="0" smtClean="0">
              <a:effectLst/>
            </a:endParaRPr>
          </a:p>
          <a:p>
            <a:r>
              <a:rPr lang="en-US" dirty="0" smtClean="0">
                <a:effectLst/>
              </a:rPr>
              <a:t>Gender </a:t>
            </a:r>
            <a:r>
              <a:rPr lang="en-US" dirty="0">
                <a:effectLst/>
              </a:rPr>
              <a:t>equality means that the rights, responsibilities and opportunities of individuals will not depend on whether they are male or female, handicapped or able bodied, young or elderly, white or black, or from rural or urban settings.</a:t>
            </a:r>
          </a:p>
          <a:p>
            <a:endParaRPr lang="en-IN" dirty="0"/>
          </a:p>
        </p:txBody>
      </p:sp>
    </p:spTree>
    <p:extLst>
      <p:ext uri="{BB962C8B-B14F-4D97-AF65-F5344CB8AC3E}">
        <p14:creationId xmlns:p14="http://schemas.microsoft.com/office/powerpoint/2010/main" val="1193076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5" name="Picture Placeholder 4"/>
          <p:cNvPicPr>
            <a:picLocks noGrp="1" noChangeAspect="1"/>
          </p:cNvPicPr>
          <p:nvPr>
            <p:ph type="pic" idx="1"/>
          </p:nvPr>
        </p:nvPicPr>
        <p:blipFill>
          <a:blip r:embed="rId2">
            <a:extLst>
              <a:ext uri="{28A0092B-C50C-407E-A947-70E740481C1C}">
                <a14:useLocalDpi xmlns:a14="http://schemas.microsoft.com/office/drawing/2010/main" val="0"/>
              </a:ext>
            </a:extLst>
          </a:blip>
          <a:srcRect l="31244" r="31244"/>
          <a:stretch>
            <a:fillRect/>
          </a:stretch>
        </p:blipFill>
        <p:spPr>
          <a:xfrm>
            <a:off x="7315200" y="609923"/>
            <a:ext cx="3930869" cy="5205472"/>
          </a:xfrm>
        </p:spPr>
      </p:pic>
      <p:sp>
        <p:nvSpPr>
          <p:cNvPr id="4" name="Text Placeholder 3"/>
          <p:cNvSpPr>
            <a:spLocks noGrp="1"/>
          </p:cNvSpPr>
          <p:nvPr>
            <p:ph type="body" sz="half" idx="2"/>
          </p:nvPr>
        </p:nvSpPr>
        <p:spPr/>
        <p:txBody>
          <a:bodyPr/>
          <a:lstStyle/>
          <a:p>
            <a:endParaRPr lang="en-IN" dirty="0"/>
          </a:p>
        </p:txBody>
      </p:sp>
    </p:spTree>
    <p:extLst>
      <p:ext uri="{BB962C8B-B14F-4D97-AF65-F5344CB8AC3E}">
        <p14:creationId xmlns:p14="http://schemas.microsoft.com/office/powerpoint/2010/main" val="116996793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TM04033929[[fn=Slate]]</Template>
  <TotalTime>61</TotalTime>
  <Words>97</Words>
  <Application>Microsoft Office PowerPoint</Application>
  <PresentationFormat>Widescreen</PresentationFormat>
  <Paragraphs>4</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 Black</vt:lpstr>
      <vt:lpstr>Calisto MT</vt:lpstr>
      <vt:lpstr>Trebuchet MS</vt:lpstr>
      <vt:lpstr>Wingdings 2</vt:lpstr>
      <vt:lpstr>Slate</vt:lpstr>
      <vt:lpstr>PowerPoint Presentation</vt:lpstr>
      <vt:lpstr>WHAT IS GENDER EQUALITY?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GVPW</dc:creator>
  <cp:lastModifiedBy>GVPW</cp:lastModifiedBy>
  <cp:revision>5</cp:revision>
  <dcterms:created xsi:type="dcterms:W3CDTF">2025-11-27T05:07:20Z</dcterms:created>
  <dcterms:modified xsi:type="dcterms:W3CDTF">2025-11-27T06:08:47Z</dcterms:modified>
</cp:coreProperties>
</file>